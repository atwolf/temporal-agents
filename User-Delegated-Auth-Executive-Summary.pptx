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User-Delegated Authorization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Intent-Bounded Scope Control for Agentic Frameworks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|  RFC Frame v5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818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15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making autonomous decisions across enterprise systems - but two critical security gaps remain unaddressed.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5661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0240"/>
            <a:ext cx="356616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48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Propagation Gap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2743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authenticate once, but their identity doesn't flow through the agent chain. Downstream MCP servers either operate with system-level privileges or require ad-hoc credential management - neither meets compliance requirements.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920240"/>
            <a:ext cx="35661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920240"/>
            <a:ext cx="35661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1945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Verification Gap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166360" y="2743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models confirm an agent CAN act on behalf of a user, but not that a specific action is what the user INTENDED. LLM hallucinations can invoke tools against unintended resources while passing every authorization check.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2152B"/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User-Delegated Authorization  |  Executive Summary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authorization checks pass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on hallucinated actions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29000" y="1371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42900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prompts per workflow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user habituation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371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12648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verify user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in current models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7680960" cy="9144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what agents CAN do and what users INTEND is the new attack surface for agentic systems.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Approaches Address Identity, Not Intent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WIMSE, AIMS, TAWK - these establish who the agent is and who it acts for. None verify that a specific action matches user intent.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User-Delegated Authorization  |  Executive Summary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15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Solution: Three-Phase Workflow Authorization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approval per workflow - not per tool. The user sees the complete action surface and approves it as a unit.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828800" y="1965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51560" y="25603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discover what tools they need and compute required permissions from schema annotations. No tools execute.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83464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94760" y="173736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794760" y="173736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262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48920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AUTHORIZE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114800" y="25603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are consolidated and presented to the user in plain language. One approval covers the entire workflow.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83464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858000" y="1737360"/>
            <a:ext cx="1691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858000" y="1737360"/>
            <a:ext cx="169164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0116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523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704088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040880" y="28346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run with scoped tokens. Each server validates locally.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2152B"/>
          </a:solidFill>
          <a:ln/>
        </p:spPr>
      </p:sp>
      <p:sp>
        <p:nvSpPr>
          <p:cNvPr id="26" name="Text 19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User-Delegated Authorization  |  Executive Summary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15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18872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097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the AI assistant a question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874520"/>
            <a:ext cx="54864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196596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18745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Supervisor dispatches to domain subagents in discovery mode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65176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651760"/>
            <a:ext cx="54864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27432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26517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subagent computes required permissions from tool schemas (no execution)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42900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42900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" y="35204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34290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consolidates all permissions and presents one human-readable approval prompt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20624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20" y="429768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420624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approval, scoped tokens are issued per server and tools execute over mTLS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5074920"/>
            <a:ext cx="7680960" cy="502920"/>
          </a:xfrm>
          <a:prstGeom prst="rect">
            <a:avLst/>
          </a:prstGeom>
          <a:solidFill>
            <a:srgbClr val="12152B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074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The user approves ONCE for the entire workflow - no per-tool prompt fatigue.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2152B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User-Delegated Authorization  |  Executive Summary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Security Boundaries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boundary has a distinct trust question and enforcement mechanism.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7680960" cy="86868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0876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Authentication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PEP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user's session and extracts identity token. No entitlement evaluation occurs here.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7680960" cy="86868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56032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Authorization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PEP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017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intent gap. Consolidates permissions, presents to user, and performs token exchange on approval.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7680960" cy="86868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61188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Authorization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3192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PEP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069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token validation at each MCP server: signature, audience, scopes, expiration, and mTLS. No runtime calls to auth infrastructure.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" y="4800600"/>
            <a:ext cx="7680960" cy="50292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800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enforcement: audience validation + mTLS creates a cryptographically mandatory path through the Interceptor.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User-Delegated Authorization  |  Executive Summary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15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token types with progressively narrowing scope ensure least-privilege at every boundary.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2860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2286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 Envelope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142"/>
                </a:solidFill>
              </a:rPr>
              <a:t>Minted by: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Host Application</a:t>
            </a:r>
            <a:endParaRPr lang="en-US" sz="11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D3142"/>
                </a:solidFill>
              </a:rPr>
              <a:t>Audience: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Conversational UI</a:t>
            </a:r>
            <a:endParaRPr lang="en-US" sz="11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D3142"/>
                </a:solidFill>
              </a:rPr>
              <a:t>Scope: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User identity + embedded JWT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60604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0" y="1691640"/>
            <a:ext cx="22860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1691640"/>
            <a:ext cx="2286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Identity JWT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886200" y="233172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142"/>
                </a:solidFill>
              </a:rPr>
              <a:t>Issued by: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Enterprise Auth Server</a:t>
            </a:r>
            <a:endParaRPr lang="en-US" sz="11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D3142"/>
                </a:solidFill>
              </a:rPr>
              <a:t>Contains: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Full entitlement set</a:t>
            </a:r>
            <a:endParaRPr lang="en-US" sz="11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D3142"/>
                </a:solidFill>
              </a:rPr>
              <a:t>Usage: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Subject token for OBO exchange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606040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83680" y="1691640"/>
            <a:ext cx="22860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0" y="1691640"/>
            <a:ext cx="2286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3"/>
          <p:cNvSpPr/>
          <p:nvPr/>
        </p:nvSpPr>
        <p:spPr>
          <a:xfrm>
            <a:off x="658368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OBO Token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812280" y="233172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142"/>
                </a:solidFill>
              </a:rPr>
              <a:t>Produced via: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RFC 8693 exchange</a:t>
            </a:r>
            <a:endParaRPr lang="en-US" sz="11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D3142"/>
                </a:solidFill>
              </a:rPr>
              <a:t>Scope: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Approved permissions only</a:t>
            </a:r>
            <a:endParaRPr lang="en-US" sz="11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D3142"/>
                </a:solidFill>
              </a:rPr>
              <a:t>Lifetime: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5-15 min, non-renewable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31520" y="4206240"/>
            <a:ext cx="81381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6"/>
          <p:cNvSpPr/>
          <p:nvPr/>
        </p:nvSpPr>
        <p:spPr>
          <a:xfrm>
            <a:off x="731520" y="42519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Progressively narrowing scope: full identity   &gt;   full entitlements   &gt;   approved permissions only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2152B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User-Delegated Authorization  |  Executive Summary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15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Properties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2313432" cy="16002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6459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New Protocols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011680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OAuth 2.1, RFC 8693, MCP, and mTLS. Nothing proprietary.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19272" y="1051560"/>
            <a:ext cx="2313432" cy="1600200"/>
          </a:xfrm>
          <a:prstGeom prst="rect">
            <a:avLst/>
          </a:prstGeom>
          <a:solidFill>
            <a:srgbClr val="2D31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2344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02152" y="16459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Mandatory Path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502152" y="2011680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validation + mTLS cryptographically enforces the authorization path.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907024" y="1051560"/>
            <a:ext cx="2313432" cy="16002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12344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89904" y="16459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Approval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089904" y="2011680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consolidated prompt per workflow prevents approval fatigue.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1520" y="2880360"/>
            <a:ext cx="2313432" cy="16002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632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4747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Scopes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914400" y="3840480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are computed from tool schemas - never from LLM inference.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319272" y="2880360"/>
            <a:ext cx="2313432" cy="1600200"/>
          </a:xfrm>
          <a:prstGeom prst="rect">
            <a:avLst/>
          </a:prstGeom>
          <a:solidFill>
            <a:srgbClr val="2D31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06324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502152" y="34747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Validation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502152" y="3840480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validate tokens locally. No runtime auth calls.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907024" y="2880360"/>
            <a:ext cx="2313432" cy="160020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306324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89904" y="34747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Federated Governance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089904" y="3840480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teams own their MCP servers and define tool schemas independently.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2152B"/>
          </a:solidFill>
          <a:ln/>
        </p:spPr>
      </p:sp>
      <p:sp>
        <p:nvSpPr>
          <p:cNvPr id="29" name="Text 21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User-Delegated Authorization  |  Executive Summary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Extensibility and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Identity Composition (WIMSE)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dual-identity credentials with agent_id claims to OBO tokens.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68096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96596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Risk-Driven Approval Classification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86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workflows could skip HITL; high-risk operations always require approval.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768096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74320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Discovery Standardization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063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manifests and discovery mode as an MCP protocol extension.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768096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52044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Server-to-Server Chaining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840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token chains for MCP server-to-server tool invocations.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97680"/>
            <a:ext cx="768096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29768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Standardized Audit Schema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617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records, OBO events, and workflow completion for compliance.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User-Delegated Authorization  |  Executive Summary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closes the intent verification gap in agentic authorization by making the user's intended scope explicit before any tool executes.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composes existing standards (OAuth 2.1, RFC 8693, MCP, mTLS) with no new protocols, making enterprise adoption straightforward.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3108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Workflow-level approval replaces per-tool prompting, delivering both stronger security and better user experience.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7680960" cy="9144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77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Frame v5  -  Pre-draft for expansion into full RFC  -  March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User-Delegated Authorization  |  Executive Summary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User-Delegated Authorization for Agentic Frameworks</dc:title>
  <dc:subject>PptxGenJS Presentation</dc:subject>
  <dc:creator>Aakash Tammana</dc:creator>
  <cp:lastModifiedBy>Aakash Tammana</cp:lastModifiedBy>
  <cp:revision>1</cp:revision>
  <dcterms:created xsi:type="dcterms:W3CDTF">2026-03-31T21:09:48Z</dcterms:created>
  <dcterms:modified xsi:type="dcterms:W3CDTF">2026-03-31T21:09:48Z</dcterms:modified>
</cp:coreProperties>
</file>